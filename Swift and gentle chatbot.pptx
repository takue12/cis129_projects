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125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731" y="1"/>
            <a:ext cx="8150469" cy="1758461"/>
          </a:xfrm>
        </p:spPr>
        <p:txBody>
          <a:bodyPr/>
          <a:lstStyle/>
          <a:p>
            <a:r>
              <a:rPr dirty="0"/>
              <a:t>Personalized </a:t>
            </a:r>
            <a:r>
              <a:rPr dirty="0" err="1"/>
              <a:t>Chatbot</a:t>
            </a:r>
            <a:r>
              <a:rPr dirty="0"/>
              <a:t> Solution </a:t>
            </a:r>
            <a:r>
              <a:rPr lang="en-US" dirty="0" smtClean="0"/>
              <a:t>for SWIFT&amp;GENTLE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737" y="1474419"/>
            <a:ext cx="8104526" cy="53111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History of Chatbots in Customer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Early chatbots were simple and rule-based</a:t>
            </a:r>
          </a:p>
          <a:p>
            <a:r>
              <a:t>Modern chatbots use AI and machine learning to provide more personalized experiences</a:t>
            </a:r>
          </a:p>
          <a:p>
            <a:r>
              <a:t>Chatbots are increasingly being used in customer service to improve efficiency and reduce costs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Future Potential of Personalized Chatbots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customer experience</a:t>
            </a:r>
          </a:p>
          <a:p>
            <a:r>
              <a:t>Increased operational efficiency</a:t>
            </a:r>
          </a:p>
          <a:p>
            <a:r>
              <a:t>Enhanced personalization</a:t>
            </a:r>
          </a:p>
          <a:p>
            <a:r>
              <a:t>Potential for increased customer loyalty and retention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Current Software Solutions for Moving Companies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HubSpot</a:t>
            </a:r>
          </a:p>
          <a:p>
            <a:r>
              <a:t>Constant Contact</a:t>
            </a:r>
          </a:p>
          <a:p>
            <a:r>
              <a:t>Birdseye</a:t>
            </a:r>
          </a:p>
          <a:p>
            <a:r>
              <a:t>Freshdesk</a:t>
            </a:r>
          </a:p>
          <a:p>
            <a:r>
              <a:t>Zoho CRM</a:t>
            </a:r>
          </a:p>
          <a:p>
            <a:r>
              <a:t>Salesforce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Real-World Applications of Personalized Chatbots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service and support</a:t>
            </a:r>
          </a:p>
          <a:p>
            <a:r>
              <a:t>Lead generation and qualification</a:t>
            </a:r>
          </a:p>
          <a:p>
            <a:r>
              <a:t>Scheduling and booking</a:t>
            </a:r>
          </a:p>
          <a:p>
            <a:r>
              <a:t>Providing personalized recommendations and solutions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User-centered design</a:t>
            </a:r>
          </a:p>
          <a:p>
            <a:r>
              <a:t>Natural language processing (NLP)</a:t>
            </a:r>
          </a:p>
          <a:p>
            <a:r>
              <a:t>Machine learning and AI</a:t>
            </a:r>
          </a:p>
          <a:p>
            <a:r>
              <a:t>Integration with existing systems and platforms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Design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Personalized chatbot interface</a:t>
            </a:r>
          </a:p>
          <a:p>
            <a:r>
              <a:t>NLP and machine learning capabilities</a:t>
            </a:r>
          </a:p>
          <a:p>
            <a:r>
              <a:t>Integration with existing systems and platforms</a:t>
            </a:r>
          </a:p>
          <a:p>
            <a:r>
              <a:t>Customizable and adaptable to meet specific needs of moving companies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can we ensure that the chatbot is able to learn and adapt to customer needs effectively?</a:t>
            </a:r>
          </a:p>
          <a:p>
            <a:r>
              <a:t>What are the potential challenges and limitations of implementing a personalized chatbot solution in the moving industry?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Here are the sources I used in my research. I have cited all </a:t>
            </a:r>
            <a:r>
              <a:rPr dirty="0" smtClean="0"/>
              <a:t>sourc</a:t>
            </a:r>
            <a:r>
              <a:rPr lang="en-US" dirty="0" smtClean="0"/>
              <a:t>es</a:t>
            </a:r>
          </a:p>
          <a:p>
            <a:pPr>
              <a:buFontTx/>
              <a:buChar char="-"/>
            </a:pPr>
            <a:r>
              <a:rPr lang="en-US" dirty="0" smtClean="0"/>
              <a:t>Gartner</a:t>
            </a:r>
            <a:r>
              <a:rPr lang="en-US" dirty="0"/>
              <a:t>. (2020</a:t>
            </a:r>
            <a:r>
              <a:rPr lang="en-US" dirty="0" smtClean="0"/>
              <a:t>)</a:t>
            </a:r>
          </a:p>
          <a:p>
            <a:pPr>
              <a:buFontTx/>
              <a:buChar char="-"/>
            </a:pPr>
            <a:r>
              <a:rPr lang="en-US" dirty="0" smtClean="0"/>
              <a:t>Conference </a:t>
            </a:r>
            <a:r>
              <a:rPr lang="en-US" dirty="0"/>
              <a:t>paper: Johnson, K. (2019</a:t>
            </a:r>
            <a:r>
              <a:rPr lang="en-US" dirty="0" smtClean="0"/>
              <a:t>).</a:t>
            </a:r>
          </a:p>
          <a:p>
            <a:pPr>
              <a:buFontTx/>
              <a:buChar char="-"/>
            </a:pPr>
            <a:r>
              <a:rPr lang="fr-FR" dirty="0" smtClean="0"/>
              <a:t> </a:t>
            </a:r>
            <a:r>
              <a:rPr lang="fr-FR" dirty="0"/>
              <a:t>Journal article: Smith, J. (2020</a:t>
            </a:r>
            <a:r>
              <a:rPr lang="fr-FR" dirty="0" smtClean="0"/>
              <a:t>)</a:t>
            </a:r>
          </a:p>
          <a:p>
            <a:pPr>
              <a:buFontTx/>
              <a:buChar char="-"/>
            </a:pPr>
            <a:r>
              <a:rPr lang="fr-FR" dirty="0" smtClean="0"/>
              <a:t>Swift and </a:t>
            </a:r>
            <a:r>
              <a:rPr lang="fr-FR" dirty="0" err="1" smtClean="0"/>
              <a:t>Gentle</a:t>
            </a:r>
            <a:r>
              <a:rPr lang="fr-FR" dirty="0" smtClean="0"/>
              <a:t> .</a:t>
            </a:r>
            <a:r>
              <a:rPr lang="fr-FR" dirty="0" err="1" smtClean="0"/>
              <a:t>com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231</Words>
  <Application>Microsoft Office PowerPoint</Application>
  <PresentationFormat>On-screen Show (4:3)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Personalized Chatbot Solution for SWIFT&amp;GENTLE</vt:lpstr>
      <vt:lpstr>History of Chatbots in Customer Service</vt:lpstr>
      <vt:lpstr>Future Potential of Personalized Chatbots</vt:lpstr>
      <vt:lpstr>Current Software Solutions for Moving Companies</vt:lpstr>
      <vt:lpstr>Real-World Applications of Personalized Chatbots</vt:lpstr>
      <vt:lpstr>Design Approach</vt:lpstr>
      <vt:lpstr>Solution Design Proposal</vt:lpstr>
      <vt:lpstr>Open Questions</vt:lpstr>
      <vt:lpstr>Citations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Personalized Chatbot Solution for Moving Companies</dc:title>
  <dc:subject/>
  <dc:creator>brendon mandizvidza</dc:creator>
  <cp:keywords/>
  <dc:description>generated using python-pptx</dc:description>
  <cp:lastModifiedBy>Windows User</cp:lastModifiedBy>
  <cp:revision>5</cp:revision>
  <dcterms:created xsi:type="dcterms:W3CDTF">2013-01-27T09:14:16Z</dcterms:created>
  <dcterms:modified xsi:type="dcterms:W3CDTF">2025-05-20T00:58:26Z</dcterms:modified>
  <cp:category/>
</cp:coreProperties>
</file>